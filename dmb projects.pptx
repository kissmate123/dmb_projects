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5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501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19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9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40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1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10/7/2025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3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482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9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9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5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2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379F42-8841-6ABB-8B72-C705A565E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1" b="364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3F31E7C-1050-4E3F-0302-9A7247441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Autofit/>
          </a:bodyPr>
          <a:lstStyle/>
          <a:p>
            <a:r>
              <a:rPr lang="en-US" sz="5400" cap="none" dirty="0" err="1">
                <a:solidFill>
                  <a:schemeClr val="tx1"/>
                </a:solidFill>
              </a:rPr>
              <a:t>dmb</a:t>
            </a:r>
            <a:r>
              <a:rPr lang="en-US" sz="5400" cap="none" dirty="0">
                <a:solidFill>
                  <a:schemeClr val="tx1"/>
                </a:solidFill>
              </a:rPr>
              <a:t> projects</a:t>
            </a:r>
            <a:endParaRPr lang="hu-HU" sz="5400" cap="none" dirty="0">
              <a:solidFill>
                <a:schemeClr val="tx1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DAFA42-B137-2D9D-4CB7-6277EDB16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 err="1">
                <a:solidFill>
                  <a:schemeClr val="tx1"/>
                </a:solidFill>
              </a:rPr>
              <a:t>Keszitok</a:t>
            </a:r>
            <a:r>
              <a:rPr lang="en-US" sz="1700" dirty="0">
                <a:solidFill>
                  <a:schemeClr val="tx1"/>
                </a:solidFill>
              </a:rPr>
              <a:t>: Tam</a:t>
            </a:r>
            <a:r>
              <a:rPr lang="hu-HU" sz="1700" dirty="0">
                <a:solidFill>
                  <a:schemeClr val="tx1"/>
                </a:solidFill>
              </a:rPr>
              <a:t>á</a:t>
            </a:r>
            <a:r>
              <a:rPr lang="en-US" sz="1700" dirty="0">
                <a:solidFill>
                  <a:schemeClr val="tx1"/>
                </a:solidFill>
              </a:rPr>
              <a:t>s Bence, S</a:t>
            </a:r>
            <a:r>
              <a:rPr lang="hu-HU" sz="1700" dirty="0">
                <a:solidFill>
                  <a:schemeClr val="tx1"/>
                </a:solidFill>
              </a:rPr>
              <a:t>ü</a:t>
            </a:r>
            <a:r>
              <a:rPr lang="en-US" sz="1700" dirty="0">
                <a:solidFill>
                  <a:schemeClr val="tx1"/>
                </a:solidFill>
              </a:rPr>
              <a:t>t</a:t>
            </a:r>
            <a:r>
              <a:rPr lang="hu-HU" sz="1700" dirty="0">
                <a:solidFill>
                  <a:schemeClr val="tx1"/>
                </a:solidFill>
              </a:rPr>
              <a:t>ő</a:t>
            </a:r>
            <a:r>
              <a:rPr lang="en-US" sz="1700" dirty="0">
                <a:solidFill>
                  <a:schemeClr val="tx1"/>
                </a:solidFill>
              </a:rPr>
              <a:t> Dominik, Kiss Mat</a:t>
            </a:r>
            <a:r>
              <a:rPr lang="hu-HU" sz="1700" dirty="0">
                <a:solidFill>
                  <a:schemeClr val="tx1"/>
                </a:solidFill>
              </a:rPr>
              <a:t>é</a:t>
            </a:r>
          </a:p>
        </p:txBody>
      </p:sp>
    </p:spTree>
    <p:extLst>
      <p:ext uri="{BB962C8B-B14F-4D97-AF65-F5344CB8AC3E}">
        <p14:creationId xmlns:p14="http://schemas.microsoft.com/office/powerpoint/2010/main" val="298744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E9BD05-4E38-A001-CB95-4C8B9DD8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j</a:t>
            </a:r>
            <a:r>
              <a:rPr lang="hu-HU" dirty="0"/>
              <a:t>á</a:t>
            </a:r>
            <a:r>
              <a:rPr lang="en-US" dirty="0"/>
              <a:t>t</a:t>
            </a:r>
            <a:r>
              <a:rPr lang="hu-HU" dirty="0"/>
              <a:t>é</a:t>
            </a:r>
            <a:r>
              <a:rPr lang="en-US" dirty="0"/>
              <a:t>k </a:t>
            </a:r>
            <a:r>
              <a:rPr lang="en-US" dirty="0" err="1"/>
              <a:t>tervez</a:t>
            </a:r>
            <a:r>
              <a:rPr lang="hu-HU" dirty="0"/>
              <a:t>é</a:t>
            </a:r>
            <a:r>
              <a:rPr lang="en-US" dirty="0"/>
              <a:t>se, </a:t>
            </a:r>
            <a:r>
              <a:rPr lang="hu-HU" dirty="0"/>
              <a:t>é</a:t>
            </a:r>
            <a:r>
              <a:rPr lang="en-US" dirty="0"/>
              <a:t>s </a:t>
            </a:r>
            <a:r>
              <a:rPr lang="en-US" dirty="0" err="1"/>
              <a:t>el</a:t>
            </a:r>
            <a:r>
              <a:rPr lang="hu-HU" dirty="0"/>
              <a:t>ő</a:t>
            </a:r>
            <a:r>
              <a:rPr lang="en-US" dirty="0"/>
              <a:t>k</a:t>
            </a:r>
            <a:r>
              <a:rPr lang="hu-HU" dirty="0"/>
              <a:t>é</a:t>
            </a:r>
            <a:r>
              <a:rPr lang="en-US" dirty="0" err="1"/>
              <a:t>sz</a:t>
            </a:r>
            <a:r>
              <a:rPr lang="hu-HU" dirty="0"/>
              <a:t>ü</a:t>
            </a:r>
            <a:r>
              <a:rPr lang="en-US" dirty="0" err="1"/>
              <a:t>lete</a:t>
            </a:r>
            <a:r>
              <a:rPr lang="en-US" dirty="0"/>
              <a:t>!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D1CC8B-0C10-4351-230C-2FE2B7BD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375318"/>
          </a:xfrm>
        </p:spPr>
        <p:txBody>
          <a:bodyPr>
            <a:noAutofit/>
          </a:bodyPr>
          <a:lstStyle/>
          <a:p>
            <a:r>
              <a:rPr lang="hu-HU" sz="2000" dirty="0"/>
              <a:t>A játékunk alap koncepciója arra épül, hogy egy 2D-s </a:t>
            </a:r>
            <a:r>
              <a:rPr lang="hu-HU" sz="2000" dirty="0" err="1"/>
              <a:t>platformer</a:t>
            </a:r>
            <a:r>
              <a:rPr lang="hu-HU" sz="2000" dirty="0"/>
              <a:t> játékot készítsünk, hasonlóan például a </a:t>
            </a:r>
            <a:r>
              <a:rPr lang="hu-HU" sz="2000" dirty="0" err="1"/>
              <a:t>Super</a:t>
            </a:r>
            <a:r>
              <a:rPr lang="hu-HU" sz="2000" dirty="0"/>
              <a:t> Mario-hoz. Ugyanakkor sok kedvenc játék és film világára is gondoltunk, mint például a </a:t>
            </a:r>
            <a:r>
              <a:rPr lang="hu-HU" sz="2000" dirty="0" err="1"/>
              <a:t>Doom</a:t>
            </a:r>
            <a:r>
              <a:rPr lang="hu-HU" sz="2000" dirty="0"/>
              <a:t>, Avatar, Batman, stb. </a:t>
            </a:r>
          </a:p>
          <a:p>
            <a:r>
              <a:rPr lang="en-US" sz="2000" dirty="0"/>
              <a:t>A </a:t>
            </a:r>
            <a:r>
              <a:rPr lang="en-US" sz="2000" dirty="0" err="1"/>
              <a:t>projektet</a:t>
            </a:r>
            <a:r>
              <a:rPr lang="en-US" sz="2000" dirty="0"/>
              <a:t> </a:t>
            </a:r>
            <a:r>
              <a:rPr lang="en-US" sz="2000" dirty="0" err="1"/>
              <a:t>felosztva</a:t>
            </a:r>
            <a:r>
              <a:rPr lang="en-US" sz="2000" dirty="0"/>
              <a:t> </a:t>
            </a:r>
            <a:r>
              <a:rPr lang="en-US" sz="2000" dirty="0" err="1"/>
              <a:t>csinaljunk</a:t>
            </a:r>
            <a:r>
              <a:rPr lang="en-US" sz="2000" dirty="0"/>
              <a:t>:</a:t>
            </a:r>
          </a:p>
          <a:p>
            <a:pPr marL="2660020" lvl="8" indent="-342900">
              <a:buFont typeface="+mj-lt"/>
              <a:buAutoNum type="arabicPeriod"/>
            </a:pPr>
            <a:r>
              <a:rPr lang="en-US" sz="1800" dirty="0"/>
              <a:t>Dominik</a:t>
            </a:r>
            <a:r>
              <a:rPr lang="hu-HU" sz="1800" dirty="0"/>
              <a:t> - Játék</a:t>
            </a:r>
            <a:r>
              <a:rPr lang="en-US" sz="1800" dirty="0"/>
              <a:t>. </a:t>
            </a:r>
          </a:p>
          <a:p>
            <a:pPr marL="2660020" lvl="8" indent="-342900">
              <a:buFont typeface="+mj-lt"/>
              <a:buAutoNum type="arabicPeriod"/>
            </a:pPr>
            <a:r>
              <a:rPr lang="en-US" sz="1800" dirty="0"/>
              <a:t>Bence </a:t>
            </a:r>
            <a:r>
              <a:rPr lang="hu-HU" sz="1800" dirty="0"/>
              <a:t>– Főoldal.</a:t>
            </a:r>
            <a:endParaRPr lang="en-US" sz="1800" b="0" i="0" dirty="0">
              <a:effectLst/>
              <a:latin typeface="gg sans"/>
            </a:endParaRPr>
          </a:p>
          <a:p>
            <a:pPr marL="2660020" lvl="8" indent="-342900">
              <a:buFont typeface="+mj-lt"/>
              <a:buAutoNum type="arabicPeriod"/>
            </a:pPr>
            <a:r>
              <a:rPr lang="en-US" sz="1800" b="0" i="0" dirty="0">
                <a:effectLst/>
                <a:latin typeface="gg sans"/>
              </a:rPr>
              <a:t>M</a:t>
            </a:r>
            <a:r>
              <a:rPr lang="hu-HU" sz="1800" b="0" i="0" dirty="0">
                <a:effectLst/>
                <a:latin typeface="gg sans"/>
              </a:rPr>
              <a:t>á</a:t>
            </a:r>
            <a:r>
              <a:rPr lang="en-US" sz="1800" b="0" i="0" dirty="0">
                <a:effectLst/>
                <a:latin typeface="gg sans"/>
              </a:rPr>
              <a:t>t</a:t>
            </a:r>
            <a:r>
              <a:rPr lang="hu-HU" sz="1800" b="0" i="0" dirty="0">
                <a:effectLst/>
                <a:latin typeface="gg sans"/>
              </a:rPr>
              <a:t>é – Karakterek, dokumentáció.</a:t>
            </a:r>
            <a:endParaRPr lang="en-US" sz="1800" b="0" i="0" dirty="0">
              <a:effectLst/>
              <a:latin typeface="gg sans"/>
            </a:endParaRPr>
          </a:p>
          <a:p>
            <a:r>
              <a:rPr lang="en-US" sz="2000" dirty="0">
                <a:latin typeface="gg sans"/>
              </a:rPr>
              <a:t>A j</a:t>
            </a:r>
            <a:r>
              <a:rPr lang="hu-HU" sz="2000" dirty="0">
                <a:latin typeface="gg sans"/>
              </a:rPr>
              <a:t>á</a:t>
            </a:r>
            <a:r>
              <a:rPr lang="en-US" sz="2000" dirty="0">
                <a:latin typeface="gg sans"/>
              </a:rPr>
              <a:t>t</a:t>
            </a:r>
            <a:r>
              <a:rPr lang="hu-HU" sz="2000" dirty="0">
                <a:latin typeface="gg sans"/>
              </a:rPr>
              <a:t>é</a:t>
            </a:r>
            <a:r>
              <a:rPr lang="en-US" sz="2000" dirty="0">
                <a:latin typeface="gg sans"/>
              </a:rPr>
              <a:t>k </a:t>
            </a:r>
            <a:r>
              <a:rPr lang="en-US" sz="2000" dirty="0" err="1">
                <a:latin typeface="gg sans"/>
              </a:rPr>
              <a:t>fejleszt</a:t>
            </a:r>
            <a:r>
              <a:rPr lang="hu-HU" sz="2000" dirty="0" err="1">
                <a:latin typeface="gg sans"/>
              </a:rPr>
              <a:t>ésé</a:t>
            </a:r>
            <a:r>
              <a:rPr lang="en-US" sz="2000" dirty="0" err="1">
                <a:latin typeface="gg sans"/>
              </a:rPr>
              <a:t>hez</a:t>
            </a:r>
            <a:r>
              <a:rPr lang="en-US" sz="2000" dirty="0">
                <a:latin typeface="gg sans"/>
              </a:rPr>
              <a:t> unity-t </a:t>
            </a:r>
            <a:r>
              <a:rPr lang="en-US" sz="2000" dirty="0" err="1">
                <a:latin typeface="gg sans"/>
              </a:rPr>
              <a:t>haszn</a:t>
            </a:r>
            <a:r>
              <a:rPr lang="hu-HU" sz="2000" dirty="0">
                <a:latin typeface="gg sans"/>
              </a:rPr>
              <a:t>á</a:t>
            </a:r>
            <a:r>
              <a:rPr lang="en-US" sz="2000" dirty="0" err="1">
                <a:latin typeface="gg sans"/>
              </a:rPr>
              <a:t>lunk</a:t>
            </a:r>
            <a:r>
              <a:rPr lang="en-US" sz="2000" dirty="0">
                <a:latin typeface="gg sans"/>
              </a:rPr>
              <a:t>, a </a:t>
            </a:r>
            <a:r>
              <a:rPr lang="en-US" sz="2000" dirty="0" err="1">
                <a:latin typeface="gg sans"/>
              </a:rPr>
              <a:t>weboldalunkon</a:t>
            </a:r>
            <a:r>
              <a:rPr lang="en-US" sz="2000" dirty="0">
                <a:latin typeface="gg sans"/>
              </a:rPr>
              <a:t> less</a:t>
            </a:r>
            <a:r>
              <a:rPr lang="hu-HU" sz="2000" dirty="0">
                <a:latin typeface="gg sans"/>
              </a:rPr>
              <a:t>z</a:t>
            </a:r>
            <a:r>
              <a:rPr lang="en-US" sz="2000" dirty="0">
                <a:latin typeface="gg sans"/>
              </a:rPr>
              <a:t> </a:t>
            </a:r>
            <a:r>
              <a:rPr lang="en-US" sz="2000" dirty="0" err="1">
                <a:latin typeface="gg sans"/>
              </a:rPr>
              <a:t>karakterv</a:t>
            </a:r>
            <a:r>
              <a:rPr lang="hu-HU" sz="2000" dirty="0">
                <a:latin typeface="gg sans"/>
              </a:rPr>
              <a:t>á</a:t>
            </a:r>
            <a:r>
              <a:rPr lang="en-US" sz="2000" dirty="0" err="1">
                <a:latin typeface="gg sans"/>
              </a:rPr>
              <a:t>laszt</a:t>
            </a:r>
            <a:r>
              <a:rPr lang="hu-HU" sz="2000" dirty="0">
                <a:latin typeface="gg sans"/>
              </a:rPr>
              <a:t>ó</a:t>
            </a:r>
            <a:r>
              <a:rPr lang="en-US" sz="2000" dirty="0">
                <a:latin typeface="gg sans"/>
              </a:rPr>
              <a:t>s </a:t>
            </a:r>
            <a:r>
              <a:rPr lang="en-US" sz="2000" dirty="0" err="1">
                <a:latin typeface="gg sans"/>
              </a:rPr>
              <a:t>aloldal</a:t>
            </a:r>
            <a:r>
              <a:rPr lang="en-US" sz="2000" dirty="0">
                <a:latin typeface="gg sans"/>
              </a:rPr>
              <a:t> </a:t>
            </a:r>
            <a:r>
              <a:rPr lang="en-US" sz="2000" dirty="0" err="1">
                <a:latin typeface="gg sans"/>
              </a:rPr>
              <a:t>ahol</a:t>
            </a:r>
            <a:r>
              <a:rPr lang="en-US" sz="2000" dirty="0">
                <a:latin typeface="gg sans"/>
              </a:rPr>
              <a:t> a </a:t>
            </a:r>
            <a:r>
              <a:rPr lang="en-US" sz="2000" dirty="0" err="1">
                <a:latin typeface="gg sans"/>
              </a:rPr>
              <a:t>felhaszn</a:t>
            </a:r>
            <a:r>
              <a:rPr lang="hu-HU" sz="2000" dirty="0">
                <a:latin typeface="gg sans"/>
              </a:rPr>
              <a:t>á</a:t>
            </a:r>
            <a:r>
              <a:rPr lang="en-US" sz="2000" dirty="0">
                <a:latin typeface="gg sans"/>
              </a:rPr>
              <a:t>l</a:t>
            </a:r>
            <a:r>
              <a:rPr lang="hu-HU" sz="2000" dirty="0">
                <a:latin typeface="gg sans"/>
              </a:rPr>
              <a:t>ó</a:t>
            </a:r>
            <a:r>
              <a:rPr lang="en-US" sz="2000" dirty="0">
                <a:latin typeface="gg sans"/>
              </a:rPr>
              <a:t> </a:t>
            </a:r>
            <a:r>
              <a:rPr lang="en-US" sz="2000" dirty="0" err="1">
                <a:latin typeface="gg sans"/>
              </a:rPr>
              <a:t>kiv</a:t>
            </a:r>
            <a:r>
              <a:rPr lang="hu-HU" sz="2000" dirty="0">
                <a:latin typeface="gg sans"/>
              </a:rPr>
              <a:t>á</a:t>
            </a:r>
            <a:r>
              <a:rPr lang="en-US" sz="2000" dirty="0" err="1">
                <a:latin typeface="gg sans"/>
              </a:rPr>
              <a:t>laszthatja</a:t>
            </a:r>
            <a:r>
              <a:rPr lang="en-US" sz="2000" dirty="0">
                <a:latin typeface="gg sans"/>
              </a:rPr>
              <a:t> </a:t>
            </a:r>
            <a:r>
              <a:rPr lang="en-US" sz="2000" dirty="0" err="1">
                <a:latin typeface="gg sans"/>
              </a:rPr>
              <a:t>melyik</a:t>
            </a:r>
            <a:r>
              <a:rPr lang="en-US" sz="2000" dirty="0">
                <a:latin typeface="gg sans"/>
              </a:rPr>
              <a:t> </a:t>
            </a:r>
            <a:r>
              <a:rPr lang="en-US" sz="2000" dirty="0" err="1">
                <a:latin typeface="gg sans"/>
              </a:rPr>
              <a:t>karakterrel</a:t>
            </a:r>
            <a:r>
              <a:rPr lang="en-US" sz="2000" dirty="0">
                <a:latin typeface="gg sans"/>
              </a:rPr>
              <a:t> </a:t>
            </a:r>
            <a:r>
              <a:rPr lang="en-US" sz="2000" dirty="0" err="1">
                <a:latin typeface="gg sans"/>
              </a:rPr>
              <a:t>akar</a:t>
            </a:r>
            <a:r>
              <a:rPr lang="en-US" sz="2000" dirty="0">
                <a:latin typeface="gg sans"/>
              </a:rPr>
              <a:t> j</a:t>
            </a:r>
            <a:r>
              <a:rPr lang="hu-HU" sz="2000" dirty="0">
                <a:latin typeface="gg sans"/>
              </a:rPr>
              <a:t>á</a:t>
            </a:r>
            <a:r>
              <a:rPr lang="en-US" sz="2000" dirty="0" err="1">
                <a:latin typeface="gg sans"/>
              </a:rPr>
              <a:t>tszani</a:t>
            </a:r>
            <a:br>
              <a:rPr lang="hu-HU" sz="2000" dirty="0"/>
            </a:b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496141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B2BE65-2D13-2C23-7686-8CA5EFE1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</a:t>
            </a:r>
            <a:r>
              <a:rPr lang="en-US" dirty="0"/>
              <a:t> project </a:t>
            </a:r>
            <a:r>
              <a:rPr lang="hu-HU" dirty="0"/>
              <a:t>ü</a:t>
            </a:r>
            <a:r>
              <a:rPr lang="en-US" dirty="0" err="1"/>
              <a:t>temterve</a:t>
            </a:r>
            <a:r>
              <a:rPr lang="en-US" dirty="0"/>
              <a:t>: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1EF092-88CD-809D-8E2A-DA64B8E2B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 j</a:t>
            </a:r>
            <a:r>
              <a:rPr lang="hu-HU" sz="2000" dirty="0"/>
              <a:t>á</a:t>
            </a:r>
            <a:r>
              <a:rPr lang="en-US" sz="2000" dirty="0"/>
              <a:t>t</a:t>
            </a:r>
            <a:r>
              <a:rPr lang="hu-HU" sz="2000" dirty="0"/>
              <a:t>é</a:t>
            </a:r>
            <a:r>
              <a:rPr lang="en-US" sz="2000" dirty="0"/>
              <a:t>k </a:t>
            </a:r>
            <a:r>
              <a:rPr lang="en-US" sz="2000" dirty="0" err="1"/>
              <a:t>megbesz</a:t>
            </a:r>
            <a:r>
              <a:rPr lang="hu-HU" sz="2000" dirty="0"/>
              <a:t>é</a:t>
            </a:r>
            <a:r>
              <a:rPr lang="en-US" sz="2000" dirty="0"/>
              <a:t>l</a:t>
            </a:r>
            <a:r>
              <a:rPr lang="hu-HU" sz="2000" dirty="0"/>
              <a:t>é</a:t>
            </a:r>
            <a:r>
              <a:rPr lang="en-US" sz="2000" dirty="0"/>
              <a:t>se, </a:t>
            </a:r>
            <a:r>
              <a:rPr lang="en-US" sz="2000" dirty="0" err="1"/>
              <a:t>tervez</a:t>
            </a:r>
            <a:r>
              <a:rPr lang="hu-HU" sz="2000" dirty="0"/>
              <a:t>é</a:t>
            </a:r>
            <a:r>
              <a:rPr lang="en-US" sz="2000" dirty="0"/>
              <a:t>se – 2025.09.10</a:t>
            </a:r>
          </a:p>
          <a:p>
            <a:r>
              <a:rPr lang="en-US" sz="2000" dirty="0"/>
              <a:t>A j</a:t>
            </a:r>
            <a:r>
              <a:rPr lang="hu-HU" sz="2000" dirty="0"/>
              <a:t>á</a:t>
            </a:r>
            <a:r>
              <a:rPr lang="en-US" sz="2000" dirty="0"/>
              <a:t>t</a:t>
            </a:r>
            <a:r>
              <a:rPr lang="hu-HU" sz="2000" dirty="0"/>
              <a:t>é</a:t>
            </a:r>
            <a:r>
              <a:rPr lang="en-US" sz="2000" dirty="0"/>
              <a:t>k </a:t>
            </a:r>
            <a:r>
              <a:rPr lang="en-US" sz="2000" dirty="0" err="1"/>
              <a:t>k</a:t>
            </a:r>
            <a:r>
              <a:rPr lang="hu-HU" sz="2000" dirty="0"/>
              <a:t>é</a:t>
            </a:r>
            <a:r>
              <a:rPr lang="en-US" sz="2000" dirty="0" err="1"/>
              <a:t>sz</a:t>
            </a:r>
            <a:r>
              <a:rPr lang="hu-HU" sz="2000" dirty="0"/>
              <a:t>í</a:t>
            </a:r>
            <a:r>
              <a:rPr lang="en-US" sz="2000" dirty="0"/>
              <a:t>t</a:t>
            </a:r>
            <a:r>
              <a:rPr lang="hu-HU" sz="2000" dirty="0"/>
              <a:t>é</a:t>
            </a:r>
            <a:r>
              <a:rPr lang="en-US" sz="2000" dirty="0"/>
              <a:t>s</a:t>
            </a:r>
            <a:r>
              <a:rPr lang="hu-HU" sz="2000" dirty="0"/>
              <a:t>é</a:t>
            </a:r>
            <a:r>
              <a:rPr lang="en-US" sz="2000" dirty="0"/>
              <a:t>nek </a:t>
            </a:r>
            <a:r>
              <a:rPr lang="en-US" sz="2000" dirty="0" err="1"/>
              <a:t>elkezd</a:t>
            </a:r>
            <a:r>
              <a:rPr lang="hu-HU" sz="2000" dirty="0"/>
              <a:t>é</a:t>
            </a:r>
            <a:r>
              <a:rPr lang="en-US" sz="2000" dirty="0"/>
              <a:t>se – 2025.09.15</a:t>
            </a:r>
          </a:p>
          <a:p>
            <a:r>
              <a:rPr lang="en-US" sz="2000" dirty="0"/>
              <a:t>A project </a:t>
            </a:r>
            <a:r>
              <a:rPr lang="en-US" sz="2000" dirty="0" err="1"/>
              <a:t>bemutat</a:t>
            </a:r>
            <a:r>
              <a:rPr lang="hu-HU" sz="2000" dirty="0"/>
              <a:t>á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szaktan</a:t>
            </a:r>
            <a:r>
              <a:rPr lang="hu-HU" sz="2000" dirty="0"/>
              <a:t>á</a:t>
            </a:r>
            <a:r>
              <a:rPr lang="en-US" sz="2000" dirty="0" err="1"/>
              <a:t>rnak</a:t>
            </a:r>
            <a:r>
              <a:rPr lang="en-US" sz="2000" dirty="0"/>
              <a:t> – 2025.10.07</a:t>
            </a:r>
          </a:p>
          <a:p>
            <a:r>
              <a:rPr lang="en-US" sz="2000" dirty="0"/>
              <a:t>A j</a:t>
            </a:r>
            <a:r>
              <a:rPr lang="hu-HU" sz="2000" dirty="0"/>
              <a:t>á</a:t>
            </a:r>
            <a:r>
              <a:rPr lang="en-US" sz="2000" dirty="0"/>
              <a:t>t</a:t>
            </a:r>
            <a:r>
              <a:rPr lang="hu-HU" sz="2000" dirty="0"/>
              <a:t>é</a:t>
            </a:r>
            <a:r>
              <a:rPr lang="en-US" sz="2000" dirty="0"/>
              <a:t>k </a:t>
            </a:r>
            <a:r>
              <a:rPr lang="en-US" sz="2000" dirty="0" err="1"/>
              <a:t>tesztel</a:t>
            </a:r>
            <a:r>
              <a:rPr lang="hu-HU" sz="2000" dirty="0"/>
              <a:t>é</a:t>
            </a:r>
            <a:r>
              <a:rPr lang="en-US" sz="2000" dirty="0"/>
              <a:t>se – 202</a:t>
            </a:r>
            <a:r>
              <a:rPr lang="hu-HU" sz="2000" dirty="0"/>
              <a:t>6</a:t>
            </a:r>
            <a:r>
              <a:rPr lang="en-US" sz="2000" dirty="0"/>
              <a:t>.</a:t>
            </a:r>
            <a:r>
              <a:rPr lang="hu-HU" sz="2000" dirty="0"/>
              <a:t>02</a:t>
            </a:r>
            <a:r>
              <a:rPr lang="en-US" sz="2000" dirty="0"/>
              <a:t>.14</a:t>
            </a:r>
          </a:p>
          <a:p>
            <a:r>
              <a:rPr lang="en-US" sz="2000" dirty="0"/>
              <a:t>A j</a:t>
            </a:r>
            <a:r>
              <a:rPr lang="hu-HU" sz="2000" dirty="0"/>
              <a:t>á</a:t>
            </a:r>
            <a:r>
              <a:rPr lang="en-US" sz="2000" dirty="0"/>
              <a:t>t</a:t>
            </a:r>
            <a:r>
              <a:rPr lang="hu-HU" sz="2000" dirty="0"/>
              <a:t>é</a:t>
            </a:r>
            <a:r>
              <a:rPr lang="en-US" sz="2000" dirty="0"/>
              <a:t>k tov</a:t>
            </a:r>
            <a:r>
              <a:rPr lang="hu-HU" sz="2000" dirty="0"/>
              <a:t>á</a:t>
            </a:r>
            <a:r>
              <a:rPr lang="en-US" sz="2000" dirty="0" err="1"/>
              <a:t>bbfejleszt</a:t>
            </a:r>
            <a:r>
              <a:rPr lang="hu-HU" sz="2000" dirty="0"/>
              <a:t>é</a:t>
            </a:r>
            <a:r>
              <a:rPr lang="en-US" sz="2000" dirty="0"/>
              <a:t>se – 202</a:t>
            </a:r>
            <a:r>
              <a:rPr lang="hu-HU" sz="2000" dirty="0"/>
              <a:t>6</a:t>
            </a:r>
            <a:r>
              <a:rPr lang="en-US" sz="2000" dirty="0"/>
              <a:t>.</a:t>
            </a:r>
            <a:r>
              <a:rPr lang="hu-HU" sz="2000" dirty="0"/>
              <a:t>02</a:t>
            </a:r>
            <a:r>
              <a:rPr lang="en-US" sz="2000" dirty="0"/>
              <a:t>.15 – 2026.0</a:t>
            </a:r>
            <a:r>
              <a:rPr lang="hu-HU" sz="2000" dirty="0"/>
              <a:t>4</a:t>
            </a:r>
            <a:r>
              <a:rPr lang="en-US" sz="2000"/>
              <a:t>.20</a:t>
            </a:r>
            <a:endParaRPr lang="en-US" sz="2000" dirty="0"/>
          </a:p>
          <a:p>
            <a:endParaRPr lang="en-US" sz="28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666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EBDE66-73EC-9B5B-EE43-3F3C6F0D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Egyedi Jellemzők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5CCD1A-C420-C1D8-665F-89E559FB7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000" dirty="0"/>
              <a:t>Karakterek különböző univerzumokból</a:t>
            </a:r>
          </a:p>
          <a:p>
            <a:r>
              <a:rPr lang="hu-HU" sz="2000" dirty="0"/>
              <a:t>Pályák változatos dizájnja (inspiráció pl. </a:t>
            </a:r>
            <a:r>
              <a:rPr lang="hu-HU" sz="2000" dirty="0" err="1"/>
              <a:t>Doom</a:t>
            </a:r>
            <a:r>
              <a:rPr lang="hu-HU" sz="2000" dirty="0"/>
              <a:t>, Avatar, Batman stb.)</a:t>
            </a:r>
          </a:p>
          <a:p>
            <a:r>
              <a:rPr lang="de-DE" sz="2000" dirty="0"/>
              <a:t>Retro </a:t>
            </a:r>
            <a:r>
              <a:rPr lang="de-DE" sz="2000" dirty="0" err="1"/>
              <a:t>pixel</a:t>
            </a:r>
            <a:r>
              <a:rPr lang="de-DE" sz="2000" dirty="0"/>
              <a:t> </a:t>
            </a:r>
            <a:r>
              <a:rPr lang="de-DE" sz="2000" dirty="0" err="1"/>
              <a:t>art</a:t>
            </a:r>
            <a:r>
              <a:rPr lang="de-DE" sz="2000" dirty="0"/>
              <a:t> </a:t>
            </a:r>
            <a:r>
              <a:rPr lang="de-DE" sz="2000" dirty="0" err="1"/>
              <a:t>stílus</a:t>
            </a:r>
            <a:r>
              <a:rPr lang="de-DE" sz="2000" dirty="0"/>
              <a:t> modern </a:t>
            </a:r>
            <a:r>
              <a:rPr lang="de-DE" sz="2000" dirty="0" err="1"/>
              <a:t>elemekkel</a:t>
            </a:r>
            <a:endParaRPr lang="hu-HU" sz="2000" dirty="0"/>
          </a:p>
          <a:p>
            <a:r>
              <a:rPr lang="hu-HU" sz="2000" dirty="0"/>
              <a:t>Saját terve</a:t>
            </a:r>
            <a:r>
              <a:rPr lang="en-US" sz="2000" dirty="0"/>
              <a:t>z</a:t>
            </a:r>
            <a:r>
              <a:rPr lang="hu-HU" sz="2000" dirty="0" err="1"/>
              <a:t>ésű</a:t>
            </a:r>
            <a:r>
              <a:rPr lang="hu-HU" sz="2000" dirty="0"/>
              <a:t> </a:t>
            </a:r>
            <a:r>
              <a:rPr lang="hu-HU" sz="2000" dirty="0" err="1"/>
              <a:t>skinek</a:t>
            </a:r>
            <a:r>
              <a:rPr lang="hu-HU" sz="2000" dirty="0"/>
              <a:t> vannak</a:t>
            </a:r>
            <a:endParaRPr lang="en-US" sz="2000" dirty="0"/>
          </a:p>
          <a:p>
            <a:r>
              <a:rPr lang="en-US" sz="2000" dirty="0" err="1"/>
              <a:t>Te</a:t>
            </a:r>
            <a:r>
              <a:rPr lang="en-US" sz="2000" dirty="0"/>
              <a:t> v</a:t>
            </a:r>
            <a:r>
              <a:rPr lang="hu-HU" sz="2000" dirty="0"/>
              <a:t>á</a:t>
            </a:r>
            <a:r>
              <a:rPr lang="en-US" sz="2000" dirty="0" err="1"/>
              <a:t>lasztod</a:t>
            </a:r>
            <a:r>
              <a:rPr lang="en-US" sz="2000" dirty="0"/>
              <a:t> ki </a:t>
            </a:r>
            <a:r>
              <a:rPr lang="en-US" sz="2000" dirty="0" err="1"/>
              <a:t>melyik</a:t>
            </a:r>
            <a:r>
              <a:rPr lang="en-US" sz="2000" dirty="0"/>
              <a:t> p</a:t>
            </a:r>
            <a:r>
              <a:rPr lang="hu-HU" sz="2000" dirty="0"/>
              <a:t>á</a:t>
            </a:r>
            <a:r>
              <a:rPr lang="en-US" sz="2000" dirty="0" err="1"/>
              <a:t>ly</a:t>
            </a:r>
            <a:r>
              <a:rPr lang="hu-HU" sz="2000" dirty="0" err="1"/>
              <a:t>án</a:t>
            </a:r>
            <a:r>
              <a:rPr lang="hu-HU" sz="2000" dirty="0"/>
              <a:t> </a:t>
            </a:r>
            <a:r>
              <a:rPr lang="en-US" sz="2000" dirty="0" err="1"/>
              <a:t>milyen</a:t>
            </a:r>
            <a:r>
              <a:rPr lang="en-US" sz="2000" dirty="0"/>
              <a:t> </a:t>
            </a:r>
            <a:r>
              <a:rPr lang="en-US" sz="2000" dirty="0" err="1"/>
              <a:t>karakter</a:t>
            </a:r>
            <a:r>
              <a:rPr lang="en-US" sz="2000" dirty="0"/>
              <a:t> </a:t>
            </a:r>
            <a:r>
              <a:rPr lang="en-US" sz="2000" dirty="0" err="1"/>
              <a:t>skinnel</a:t>
            </a:r>
            <a:r>
              <a:rPr lang="en-US" sz="2000" dirty="0"/>
              <a:t> </a:t>
            </a:r>
            <a:r>
              <a:rPr lang="en-US" sz="2000" dirty="0" err="1"/>
              <a:t>szeretn</a:t>
            </a:r>
            <a:r>
              <a:rPr lang="hu-HU" sz="2000" dirty="0"/>
              <a:t>é</a:t>
            </a:r>
            <a:r>
              <a:rPr lang="en-US" sz="2000" dirty="0"/>
              <a:t>l j</a:t>
            </a:r>
            <a:r>
              <a:rPr lang="hu-HU" sz="2000" dirty="0"/>
              <a:t>á</a:t>
            </a:r>
            <a:r>
              <a:rPr lang="en-US" sz="2000" dirty="0" err="1"/>
              <a:t>tszani</a:t>
            </a:r>
            <a:endParaRPr lang="de-DE" sz="20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4192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866679-F0C6-CEBD-BE20-30C85EF49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Játékmenet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6D4EDA-2D45-1879-5897-2DFDD3FF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Klasszikus</a:t>
            </a:r>
            <a:r>
              <a:rPr lang="en-US" sz="2000" dirty="0"/>
              <a:t> </a:t>
            </a:r>
            <a:r>
              <a:rPr lang="en-US" sz="2000" dirty="0" err="1"/>
              <a:t>oldaln</a:t>
            </a:r>
            <a:r>
              <a:rPr lang="hu-HU" sz="2000" dirty="0"/>
              <a:t>é</a:t>
            </a:r>
            <a:r>
              <a:rPr lang="en-US" sz="2000" dirty="0" err="1"/>
              <a:t>zetes</a:t>
            </a:r>
            <a:r>
              <a:rPr lang="en-US" sz="2000" dirty="0"/>
              <a:t> </a:t>
            </a:r>
            <a:r>
              <a:rPr lang="en-US" sz="2000" dirty="0" err="1"/>
              <a:t>ugr</a:t>
            </a:r>
            <a:r>
              <a:rPr lang="hu-HU" sz="2000" dirty="0"/>
              <a:t>á</a:t>
            </a:r>
            <a:r>
              <a:rPr lang="en-US" sz="2000" dirty="0"/>
              <a:t>l</a:t>
            </a:r>
            <a:r>
              <a:rPr lang="hu-HU" sz="2000" dirty="0"/>
              <a:t>ó</a:t>
            </a:r>
            <a:r>
              <a:rPr lang="en-US" sz="2000" dirty="0"/>
              <a:t>s platformer</a:t>
            </a:r>
          </a:p>
          <a:p>
            <a:r>
              <a:rPr lang="en-US" sz="2000" dirty="0" err="1"/>
              <a:t>Akci</a:t>
            </a:r>
            <a:r>
              <a:rPr lang="hu-HU" sz="2000" dirty="0"/>
              <a:t>ó</a:t>
            </a:r>
            <a:r>
              <a:rPr lang="en-US" sz="2000" dirty="0"/>
              <a:t> es </a:t>
            </a:r>
            <a:r>
              <a:rPr lang="hu-HU" sz="2000" dirty="0"/>
              <a:t>ü</a:t>
            </a:r>
            <a:r>
              <a:rPr lang="en-US" sz="2000" dirty="0" err="1"/>
              <a:t>gyess</a:t>
            </a:r>
            <a:r>
              <a:rPr lang="hu-HU" sz="2000" dirty="0"/>
              <a:t>é</a:t>
            </a:r>
            <a:r>
              <a:rPr lang="en-US" sz="2000" dirty="0" err="1"/>
              <a:t>gi</a:t>
            </a:r>
            <a:r>
              <a:rPr lang="en-US" sz="2000" dirty="0"/>
              <a:t> </a:t>
            </a:r>
            <a:r>
              <a:rPr lang="en-US" sz="2000" dirty="0" err="1"/>
              <a:t>elemek</a:t>
            </a:r>
            <a:r>
              <a:rPr lang="en-US" sz="2000" dirty="0"/>
              <a:t> </a:t>
            </a:r>
            <a:r>
              <a:rPr lang="en-US" sz="2000" dirty="0" err="1"/>
              <a:t>kombin</a:t>
            </a:r>
            <a:r>
              <a:rPr lang="hu-HU" sz="2000" dirty="0"/>
              <a:t>á</a:t>
            </a:r>
            <a:r>
              <a:rPr lang="en-US" sz="2000" dirty="0"/>
              <a:t>ci</a:t>
            </a:r>
            <a:r>
              <a:rPr lang="hu-HU" sz="2000" dirty="0"/>
              <a:t>ó</a:t>
            </a:r>
            <a:r>
              <a:rPr lang="en-US" sz="2000" dirty="0"/>
              <a:t>ja</a:t>
            </a:r>
          </a:p>
          <a:p>
            <a:r>
              <a:rPr lang="en-US" sz="2000" dirty="0" err="1"/>
              <a:t>Pontgy</a:t>
            </a:r>
            <a:r>
              <a:rPr lang="hu-HU" sz="2000" dirty="0"/>
              <a:t>ü</a:t>
            </a:r>
            <a:r>
              <a:rPr lang="en-US" sz="2000" dirty="0" err="1"/>
              <a:t>jt</a:t>
            </a:r>
            <a:r>
              <a:rPr lang="hu-HU" sz="2000" dirty="0"/>
              <a:t>é</a:t>
            </a:r>
            <a:r>
              <a:rPr lang="en-US" sz="2000" dirty="0"/>
              <a:t>s, id</a:t>
            </a:r>
            <a:r>
              <a:rPr lang="hu-HU" sz="2000" dirty="0"/>
              <a:t>ő</a:t>
            </a:r>
            <a:r>
              <a:rPr lang="en-US" sz="2000" dirty="0"/>
              <a:t>re </a:t>
            </a:r>
            <a:r>
              <a:rPr lang="en-US" sz="2000" dirty="0" err="1"/>
              <a:t>teljes</a:t>
            </a:r>
            <a:r>
              <a:rPr lang="hu-HU" sz="2000" dirty="0"/>
              <a:t>í</a:t>
            </a:r>
            <a:r>
              <a:rPr lang="en-US" sz="2000" dirty="0"/>
              <a:t>t</a:t>
            </a:r>
            <a:r>
              <a:rPr lang="hu-HU" sz="2000" dirty="0"/>
              <a:t>é</a:t>
            </a:r>
            <a:r>
              <a:rPr lang="en-US" sz="2000" dirty="0"/>
              <a:t>s, </a:t>
            </a:r>
            <a:r>
              <a:rPr lang="en-US" sz="2000" dirty="0" err="1"/>
              <a:t>titkos</a:t>
            </a:r>
            <a:r>
              <a:rPr lang="en-US" sz="2000" dirty="0"/>
              <a:t> </a:t>
            </a:r>
            <a:r>
              <a:rPr lang="en-US" sz="2000" dirty="0" err="1"/>
              <a:t>ter</a:t>
            </a:r>
            <a:r>
              <a:rPr lang="hu-HU" sz="2000" dirty="0"/>
              <a:t>ü</a:t>
            </a:r>
            <a:r>
              <a:rPr lang="en-US" sz="2000" dirty="0" err="1"/>
              <a:t>letek</a:t>
            </a:r>
            <a:r>
              <a:rPr lang="en-US" sz="2000" dirty="0"/>
              <a:t> </a:t>
            </a:r>
            <a:r>
              <a:rPr lang="en-US" sz="2000" dirty="0" err="1"/>
              <a:t>felfedez</a:t>
            </a:r>
            <a:r>
              <a:rPr lang="hu-HU" sz="2000" dirty="0"/>
              <a:t>é</a:t>
            </a:r>
            <a:r>
              <a:rPr lang="en-US" sz="2000" dirty="0"/>
              <a:t>se</a:t>
            </a:r>
          </a:p>
          <a:p>
            <a:r>
              <a:rPr lang="en-US" sz="2000" dirty="0"/>
              <a:t>K</a:t>
            </a:r>
            <a:r>
              <a:rPr lang="hu-HU" sz="2000" dirty="0"/>
              <a:t>ü</a:t>
            </a:r>
            <a:r>
              <a:rPr lang="en-US" sz="2000" dirty="0"/>
              <a:t>l</a:t>
            </a:r>
            <a:r>
              <a:rPr lang="hu-HU" sz="2000" dirty="0"/>
              <a:t>ö</a:t>
            </a:r>
            <a:r>
              <a:rPr lang="en-US" sz="2000" dirty="0" err="1"/>
              <a:t>nb</a:t>
            </a:r>
            <a:r>
              <a:rPr lang="hu-HU" sz="2000" dirty="0"/>
              <a:t>ö</a:t>
            </a:r>
            <a:r>
              <a:rPr lang="en-US" sz="2000" dirty="0"/>
              <a:t>z</a:t>
            </a:r>
            <a:r>
              <a:rPr lang="hu-HU" sz="2000" dirty="0"/>
              <a:t>ő</a:t>
            </a:r>
            <a:r>
              <a:rPr lang="en-US" sz="2000" dirty="0"/>
              <a:t> </a:t>
            </a:r>
            <a:r>
              <a:rPr lang="en-US" sz="2000" dirty="0" err="1"/>
              <a:t>neh</a:t>
            </a:r>
            <a:r>
              <a:rPr lang="hu-HU" sz="2000" dirty="0"/>
              <a:t>é</a:t>
            </a:r>
            <a:r>
              <a:rPr lang="en-US" sz="2000" dirty="0"/>
              <a:t>zs</a:t>
            </a:r>
            <a:r>
              <a:rPr lang="hu-HU" sz="2000" dirty="0"/>
              <a:t>é</a:t>
            </a:r>
            <a:r>
              <a:rPr lang="en-US" sz="2000" dirty="0" err="1"/>
              <a:t>gi</a:t>
            </a:r>
            <a:r>
              <a:rPr lang="en-US" sz="2000" dirty="0"/>
              <a:t> </a:t>
            </a:r>
            <a:r>
              <a:rPr lang="en-US" sz="2000" dirty="0" err="1"/>
              <a:t>szintek</a:t>
            </a:r>
            <a:endParaRPr lang="en-US" sz="20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8275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1980BB-9DD9-8278-44B5-6CE5EB4A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Pályák és Világok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DF1DE5-7423-6B57-F9B7-493A7009C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dirty="0"/>
              <a:t>Pályák példái:</a:t>
            </a:r>
            <a:r>
              <a:rPr lang="en-US" sz="2000" dirty="0"/>
              <a:t> </a:t>
            </a:r>
          </a:p>
          <a:p>
            <a:pPr marL="1760020" lvl="5" indent="-342900">
              <a:buFont typeface="+mj-lt"/>
              <a:buAutoNum type="arabicPeriod"/>
            </a:pPr>
            <a:r>
              <a:rPr lang="en-US" sz="2000" dirty="0"/>
              <a:t>Doom (</a:t>
            </a:r>
            <a:r>
              <a:rPr lang="en-US" sz="2000" dirty="0" err="1"/>
              <a:t>Pokol</a:t>
            </a:r>
            <a:r>
              <a:rPr lang="en-US" sz="2000" dirty="0"/>
              <a:t>)</a:t>
            </a:r>
          </a:p>
          <a:p>
            <a:pPr marL="1760020" lvl="5" indent="-342900">
              <a:buFont typeface="+mj-lt"/>
              <a:buAutoNum type="arabicPeriod"/>
            </a:pPr>
            <a:r>
              <a:rPr lang="en-US" sz="2000" dirty="0"/>
              <a:t>Avatar (Pandora </a:t>
            </a:r>
            <a:r>
              <a:rPr lang="en-US" sz="2000" dirty="0" err="1"/>
              <a:t>erdeje</a:t>
            </a:r>
            <a:r>
              <a:rPr lang="en-US" sz="2000" dirty="0"/>
              <a:t>)</a:t>
            </a:r>
          </a:p>
          <a:p>
            <a:pPr marL="1760020" lvl="5" indent="-342900">
              <a:buFont typeface="+mj-lt"/>
              <a:buAutoNum type="arabicPeriod"/>
            </a:pPr>
            <a:r>
              <a:rPr lang="en-US" sz="2000" dirty="0"/>
              <a:t>Batman (Gotham v</a:t>
            </a:r>
            <a:r>
              <a:rPr lang="hu-HU" sz="2000" dirty="0"/>
              <a:t>á</a:t>
            </a:r>
            <a:r>
              <a:rPr lang="en-US" sz="2000" dirty="0"/>
              <a:t>rosa, Batman </a:t>
            </a:r>
            <a:r>
              <a:rPr lang="en-US" sz="2000" dirty="0" err="1"/>
              <a:t>barlangja</a:t>
            </a:r>
            <a:r>
              <a:rPr lang="en-US" sz="2000" dirty="0"/>
              <a:t>)</a:t>
            </a:r>
          </a:p>
          <a:p>
            <a:pPr marL="1760020" lvl="5" indent="-342900">
              <a:buFont typeface="+mj-lt"/>
              <a:buAutoNum type="arabicPeriod"/>
            </a:pPr>
            <a:r>
              <a:rPr lang="en-US" sz="2000" dirty="0"/>
              <a:t>Mortal </a:t>
            </a:r>
            <a:r>
              <a:rPr lang="en-US" sz="2000" dirty="0" err="1"/>
              <a:t>kombat</a:t>
            </a:r>
            <a:r>
              <a:rPr lang="en-US" sz="2000" dirty="0"/>
              <a:t>(</a:t>
            </a:r>
            <a:r>
              <a:rPr lang="hu-HU" sz="20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Earthrealm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hu-HU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u-HU" sz="20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Chaosrealm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)</a:t>
            </a:r>
          </a:p>
          <a:p>
            <a:pPr marL="1760020" lvl="5" indent="-342900"/>
            <a:r>
              <a:rPr lang="en-US" sz="2000" dirty="0"/>
              <a:t>Ha </a:t>
            </a:r>
            <a:r>
              <a:rPr lang="en-US" sz="2000" dirty="0" err="1"/>
              <a:t>ezek</a:t>
            </a:r>
            <a:r>
              <a:rPr lang="en-US" sz="2000" dirty="0"/>
              <a:t> </a:t>
            </a:r>
            <a:r>
              <a:rPr lang="en-US" sz="2000" dirty="0" err="1"/>
              <a:t>fejleszt</a:t>
            </a:r>
            <a:r>
              <a:rPr lang="hu-HU" sz="2000" dirty="0"/>
              <a:t>é</a:t>
            </a:r>
            <a:r>
              <a:rPr lang="en-US" sz="2000" dirty="0"/>
              <a:t>se </a:t>
            </a:r>
            <a:r>
              <a:rPr lang="en-US" sz="2000" dirty="0" err="1"/>
              <a:t>megval</a:t>
            </a:r>
            <a:r>
              <a:rPr lang="hu-HU" sz="2000" dirty="0"/>
              <a:t>ó</a:t>
            </a:r>
            <a:r>
              <a:rPr lang="en-US" sz="2000" dirty="0" err="1"/>
              <a:t>sul</a:t>
            </a:r>
            <a:r>
              <a:rPr lang="en-US" sz="2000" dirty="0"/>
              <a:t> </a:t>
            </a:r>
            <a:r>
              <a:rPr lang="en-US" sz="2000" dirty="0" err="1"/>
              <a:t>gondolkodunk</a:t>
            </a:r>
            <a:r>
              <a:rPr lang="en-US" sz="2000" dirty="0"/>
              <a:t> m</a:t>
            </a:r>
            <a:r>
              <a:rPr lang="hu-HU" sz="2000" dirty="0"/>
              <a:t>á</a:t>
            </a:r>
            <a:r>
              <a:rPr lang="en-US" sz="2000" dirty="0"/>
              <a:t>s p</a:t>
            </a:r>
            <a:r>
              <a:rPr lang="hu-HU" sz="2000" dirty="0"/>
              <a:t>á</a:t>
            </a:r>
            <a:r>
              <a:rPr lang="en-US" sz="2000" dirty="0" err="1"/>
              <a:t>ly</a:t>
            </a:r>
            <a:r>
              <a:rPr lang="hu-HU" sz="2000" dirty="0"/>
              <a:t>á</a:t>
            </a:r>
            <a:r>
              <a:rPr lang="en-US" sz="2000" dirty="0" err="1"/>
              <a:t>kon</a:t>
            </a:r>
            <a:r>
              <a:rPr lang="en-US" sz="2000" dirty="0"/>
              <a:t> is.</a:t>
            </a:r>
          </a:p>
        </p:txBody>
      </p:sp>
    </p:spTree>
    <p:extLst>
      <p:ext uri="{BB962C8B-B14F-4D97-AF65-F5344CB8AC3E}">
        <p14:creationId xmlns:p14="http://schemas.microsoft.com/office/powerpoint/2010/main" val="196712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EE4863-EDAA-BE05-E75C-6E595FCE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Használt Eszközök és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2AB65E-E9A0-2011-989F-B9167928D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dirty="0"/>
              <a:t>Game </a:t>
            </a:r>
            <a:r>
              <a:rPr lang="hu-HU" sz="2000" dirty="0" err="1"/>
              <a:t>Engine</a:t>
            </a:r>
            <a:r>
              <a:rPr lang="en-US" sz="2000" dirty="0"/>
              <a:t>: Unity</a:t>
            </a:r>
          </a:p>
          <a:p>
            <a:r>
              <a:rPr lang="en-US" sz="2000" dirty="0" err="1"/>
              <a:t>Grafika</a:t>
            </a:r>
            <a:r>
              <a:rPr lang="en-US" sz="2000" dirty="0"/>
              <a:t>: Photoshop</a:t>
            </a:r>
          </a:p>
          <a:p>
            <a:r>
              <a:rPr lang="en-US" sz="2000" dirty="0" err="1"/>
              <a:t>Programoz</a:t>
            </a:r>
            <a:r>
              <a:rPr lang="hu-HU" sz="2000" dirty="0"/>
              <a:t>á</a:t>
            </a:r>
            <a:r>
              <a:rPr lang="en-US" sz="2000" dirty="0"/>
              <a:t>s </a:t>
            </a:r>
            <a:r>
              <a:rPr lang="hu-HU" sz="2000" dirty="0"/>
              <a:t>é</a:t>
            </a:r>
            <a:r>
              <a:rPr lang="en-US" sz="2000" dirty="0"/>
              <a:t>s </a:t>
            </a:r>
            <a:r>
              <a:rPr lang="en-US" sz="2000" dirty="0" err="1"/>
              <a:t>webfejleszt</a:t>
            </a:r>
            <a:r>
              <a:rPr lang="hu-HU" sz="2000" dirty="0"/>
              <a:t>é</a:t>
            </a:r>
            <a:r>
              <a:rPr lang="en-US" sz="2000" dirty="0"/>
              <a:t>s: HTML,</a:t>
            </a:r>
            <a:r>
              <a:rPr lang="hu-HU" sz="2000" dirty="0"/>
              <a:t> </a:t>
            </a:r>
            <a:r>
              <a:rPr lang="en-US" sz="2000" dirty="0"/>
              <a:t>CSS,</a:t>
            </a:r>
            <a:r>
              <a:rPr lang="hu-HU" sz="2000" dirty="0"/>
              <a:t> </a:t>
            </a:r>
            <a:r>
              <a:rPr lang="en-US" sz="2000" dirty="0"/>
              <a:t>JavaScript,</a:t>
            </a:r>
            <a:r>
              <a:rPr lang="hu-HU" sz="2000" dirty="0"/>
              <a:t> </a:t>
            </a:r>
            <a:r>
              <a:rPr lang="en-US" sz="2000" dirty="0"/>
              <a:t>React</a:t>
            </a:r>
            <a:r>
              <a:rPr lang="hu-HU" sz="2000"/>
              <a:t>, Backend: MySQL</a:t>
            </a:r>
          </a:p>
          <a:p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622135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10BB19-5F32-B4BB-6498-E27AE024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8A208F-E0BC-24D5-0D24-188E701E3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2000" dirty="0"/>
              <a:t>A DMB egy kreatív keresztezett</a:t>
            </a:r>
            <a:r>
              <a:rPr lang="hu-HU" sz="2000" b="1" dirty="0"/>
              <a:t> </a:t>
            </a:r>
            <a:r>
              <a:rPr lang="hu-HU" sz="2000" dirty="0"/>
              <a:t>világú platformjáték, amely ötvözi:</a:t>
            </a:r>
            <a:endParaRPr lang="en-US" sz="2000" dirty="0"/>
          </a:p>
          <a:p>
            <a:pPr lvl="1"/>
            <a:r>
              <a:rPr lang="hu-HU" sz="2000" dirty="0"/>
              <a:t>A </a:t>
            </a:r>
            <a:r>
              <a:rPr lang="hu-HU" sz="2000" dirty="0" err="1"/>
              <a:t>retro</a:t>
            </a:r>
            <a:r>
              <a:rPr lang="hu-HU" sz="2000" dirty="0"/>
              <a:t> játékok hangulatát</a:t>
            </a:r>
            <a:endParaRPr lang="en-US" sz="2000" dirty="0"/>
          </a:p>
          <a:p>
            <a:pPr lvl="1"/>
            <a:r>
              <a:rPr lang="hu-HU" sz="2000" dirty="0"/>
              <a:t>A modern technológiát</a:t>
            </a:r>
            <a:endParaRPr lang="en-US" sz="2000" dirty="0"/>
          </a:p>
          <a:p>
            <a:pPr lvl="1"/>
            <a:r>
              <a:rPr lang="hu-HU" sz="2000" dirty="0"/>
              <a:t>Különböző ismert karakterek világait egy játékban</a:t>
            </a:r>
            <a:endParaRPr lang="en-US" sz="2000" dirty="0"/>
          </a:p>
          <a:p>
            <a:pPr marL="0" indent="0">
              <a:buNone/>
            </a:pPr>
            <a:r>
              <a:rPr lang="hu-HU" sz="2000" dirty="0"/>
              <a:t>Célunk egy szórakoztató, változatos és vizuálisan egyedi játék létrehozása.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6173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884372-21A5-BEB8-AEC1-6845D37CA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hu-HU" dirty="0"/>
              <a:t>ö</a:t>
            </a:r>
            <a:r>
              <a:rPr lang="en-US" dirty="0" err="1"/>
              <a:t>sz</a:t>
            </a:r>
            <a:r>
              <a:rPr lang="hu-HU" dirty="0"/>
              <a:t>ö</a:t>
            </a:r>
            <a:r>
              <a:rPr lang="en-US" dirty="0" err="1"/>
              <a:t>nj</a:t>
            </a:r>
            <a:r>
              <a:rPr lang="hu-HU" dirty="0"/>
              <a:t>ü</a:t>
            </a:r>
            <a:r>
              <a:rPr lang="en-US" dirty="0"/>
              <a:t>k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Figyelmet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9B54A4F-D604-37C7-925C-177EA0E323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72019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Century Gothic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466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Garamond</vt:lpstr>
      <vt:lpstr>gg sans</vt:lpstr>
      <vt:lpstr>Gill Sans MT</vt:lpstr>
      <vt:lpstr>SavonVTI</vt:lpstr>
      <vt:lpstr>dmb projects</vt:lpstr>
      <vt:lpstr>A játék tervezése, és előkészülete!</vt:lpstr>
      <vt:lpstr>A project ütemterve:</vt:lpstr>
      <vt:lpstr>Egyedi Jellemzők</vt:lpstr>
      <vt:lpstr>Játékmenet</vt:lpstr>
      <vt:lpstr>Pályák és Világok</vt:lpstr>
      <vt:lpstr>Használt Eszközök és Technológiák</vt:lpstr>
      <vt:lpstr>Összegzés</vt:lpstr>
      <vt:lpstr>Köszönjük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Kiss Máté</dc:creator>
  <cp:lastModifiedBy>Bence Tamás</cp:lastModifiedBy>
  <cp:revision>8</cp:revision>
  <dcterms:created xsi:type="dcterms:W3CDTF">2025-09-30T07:09:16Z</dcterms:created>
  <dcterms:modified xsi:type="dcterms:W3CDTF">2025-10-07T08:30:02Z</dcterms:modified>
</cp:coreProperties>
</file>